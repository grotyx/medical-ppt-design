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9T15:15:31.833" v="2" actId="6549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  <pc:sldChg chg="modSp mod">
        <pc:chgData name="Sangmin Park" userId="4d1078831f804aa8" providerId="LiveId" clId="{FD74ABD8-2DB4-4925-8651-47553808EDF3}" dt="2026-06-09T15:15:31.833" v="2" actId="6549"/>
        <pc:sldMkLst>
          <pc:docMk/>
          <pc:sldMk cId="0" sldId="270"/>
        </pc:sldMkLst>
        <pc:spChg chg="mod">
          <ac:chgData name="Sangmin Park" userId="4d1078831f804aa8" providerId="LiveId" clId="{FD74ABD8-2DB4-4925-8651-47553808EDF3}" dt="2026-06-09T15:15:31.833" v="2" actId="6549"/>
          <ac:spMkLst>
            <pc:docMk/>
            <pc:sldMk cId="0" sldId="270"/>
            <ac:spMk id="37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 dirty="0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L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Text Block — one editable text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1554480"/>
            <a:ext cx="108813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0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Primary point — the single message of this slide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0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Supporting line with a </a:t>
            </a:r>
            <a:r>
              <a:rPr sz="2800" b="1" spc="-28" dirty="0">
                <a:solidFill>
                  <a:srgbClr val="00754A"/>
                </a:solidFill>
                <a:latin typeface="Pretendard"/>
              </a:rPr>
              <a:t>key phrase</a:t>
            </a:r>
            <a:r>
              <a:rPr sz="2800" b="0" spc="-28" dirty="0">
                <a:solidFill>
                  <a:srgbClr val="1F1F1F"/>
                </a:solidFill>
                <a:latin typeface="Pretendard"/>
              </a:rPr>
              <a:t> </a:t>
            </a:r>
            <a:r>
              <a:rPr sz="2800" b="0" spc="-28" dirty="0" err="1">
                <a:solidFill>
                  <a:srgbClr val="1F1F1F"/>
                </a:solidFill>
                <a:latin typeface="Pretendard"/>
              </a:rPr>
              <a:t>emphasised</a:t>
            </a:r>
            <a:endParaRPr sz="2800" b="0" spc="-28" dirty="0">
              <a:solidFill>
                <a:srgbClr val="1F1F1F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000"/>
              <a:buFont typeface="Arial"/>
              <a:buChar char="●"/>
            </a:pPr>
            <a:r>
              <a:rPr sz="3200" b="0" spc="-32" dirty="0">
                <a:solidFill>
                  <a:srgbClr val="1F1F1F"/>
                </a:solidFill>
                <a:latin typeface="Pretendard"/>
              </a:rPr>
              <a:t>A larger line when one statement needs weight</a:t>
            </a:r>
          </a:p>
          <a:p>
            <a:pPr marL="685800" lvl="1" indent="-228600">
              <a:lnSpc>
                <a:spcPct val="112000"/>
              </a:lnSpc>
              <a:spcBef>
                <a:spcPts val="800"/>
              </a:spcBef>
              <a:buClr>
                <a:srgbClr val="6B6B6B"/>
              </a:buClr>
              <a:buSzPts val="900"/>
              <a:buFont typeface="Arial"/>
              <a:buChar char="–"/>
            </a:pPr>
            <a:r>
              <a:rPr sz="2400" b="0" spc="-24" dirty="0">
                <a:solidFill>
                  <a:srgbClr val="6B6B6B"/>
                </a:solidFill>
                <a:latin typeface="Pretendard"/>
              </a:rPr>
              <a:t>secondary detail, one step down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0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Closing point — </a:t>
            </a:r>
            <a:r>
              <a:rPr sz="2800" b="1" spc="-28" dirty="0">
                <a:solidFill>
                  <a:srgbClr val="00754A"/>
                </a:solidFill>
                <a:latin typeface="Pretendard"/>
              </a:rPr>
              <a:t>the conclusion</a:t>
            </a:r>
            <a:r>
              <a:rPr sz="2800" b="0" spc="-28" dirty="0">
                <a:solidFill>
                  <a:srgbClr val="1F1F1F"/>
                </a:solidFill>
                <a:latin typeface="Pretendard"/>
              </a:rPr>
              <a:t> in bold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Office PowerPoint</Application>
  <PresentationFormat>와이드스크린</PresentationFormat>
  <Paragraphs>230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2026-06-09T15:15:40Z</dcterms:modified>
  <cp:category/>
</cp:coreProperties>
</file>